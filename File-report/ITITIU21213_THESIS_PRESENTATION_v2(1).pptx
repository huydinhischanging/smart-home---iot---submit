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62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0" cy="13716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0"/>
            <a:ext cx="0" cy="13716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0"/>
            <a:ext cx="0" cy="13716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0" y="0"/>
            <a:ext cx="0" cy="13716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0"/>
            <a:ext cx="0" cy="13716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731520" cy="22860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28600"/>
            <a:ext cx="228600" cy="7315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Home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for Elderly Care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combining ESP32 hardware, Clean Architecture backend, machine-learning anomaly detection, and a hybrid AI assistant.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3657600" cy="0"/>
          </a:xfrm>
          <a:prstGeom prst="line">
            <a:avLst/>
          </a:prstGeom>
          <a:noFill/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Dinh Huy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ITITIU21213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Duy Tan, Ph.D.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University — VNU-HCM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98480" y="5943600"/>
            <a:ext cx="109728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98480" y="5943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Vietnam, gaps in commercial smart-home tech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01752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questions and implementation targets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84048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IoT stack: hardware → cloud → backend → UI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6634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9164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164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node, sensor suite, custom 2-layer PCB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54864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" y="548640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486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91640" y="5559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91640" y="5897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Clean Architecture, MQTT, REST + Socket.IO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21945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5080" y="219456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6948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UI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6948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dashboard and Flutter app for caregivers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30175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301752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6948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Subsystem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+ Isolation Forest, accuracy &amp; inference latency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8404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55080" y="384048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55080" y="3840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26948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Security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6948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layer validation; auth, MQTT-TLS, rate limits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6634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55080" y="4663440"/>
            <a:ext cx="77724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5508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26948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26948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left, what comes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Open Smart-Home for Elderly Care?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3840480" cy="38404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Vietnam's population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aged 65 or older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GSO, 2019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468880"/>
            <a:ext cx="73152" cy="10972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in solo living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2834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prefer home — but a fall, racing heart, or overheated room may go unnoticed between family visits.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749040"/>
            <a:ext cx="73152" cy="10972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commercial ecosystems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4114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smart-home products lock data in proprietary clouds with no anomaly alerting and no BLE health-sensor support.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5029200"/>
            <a:ext cx="73152" cy="10972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4983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room-aware view for caregivers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53949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don't show where devices are within a floor plan, making spatial situational awareness hard.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5989320"/>
            <a:ext cx="6400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59893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200" b="1" kern="0" spc="4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sz="1200" b="1" kern="0" spc="4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GOAL: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affordable, open-source, full-stack platform for continuous elderly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RESEARCH 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520440" cy="10972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reliability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246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low-cost IoT system reliably monitor environmental and physiological signals in a household?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2103120"/>
            <a:ext cx="3520440" cy="109728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small 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simple unsupervised ML model (Isolation Forest) provide useful anomaly detection on a small dataset?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210312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83880" y="2103120"/>
            <a:ext cx="35204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58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as UX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3246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locally hosted LLM serve as a practical interface for elderly users and caregivers?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GOALS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12064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523951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 node + custom PCB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12064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523951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(Clean Architecture)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66760" y="512064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503920" y="523951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03920" y="5239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2396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heart-rate bridge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571500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4400" y="583387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0" y="5833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3444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+ Flutter mobile app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571500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583387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5833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AI assistant (3 modes)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5715000"/>
            <a:ext cx="3657600" cy="4572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03920" y="5833872"/>
            <a:ext cx="219456" cy="21945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03920" y="5833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82396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pipeline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IoT Stack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→ Cloud broker → Backend → Web/Mobile UI</a:t>
            </a:r>
            <a:endParaRPr lang="en-US" sz="1400" dirty="0"/>
          </a:p>
        </p:txBody>
      </p:sp>
      <p:pic>
        <p:nvPicPr>
          <p:cNvPr id="10" name="Image 0" descr="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2103120"/>
            <a:ext cx="676656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2103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7240" y="2103120"/>
            <a:ext cx="73152" cy="86868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05840" y="2267712"/>
            <a:ext cx="548640" cy="2926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22677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4592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 + DHT11, LDR, PIR, 2 relays. Telemetry every 5s over TLS-MQTT.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308152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77240" y="3081528"/>
            <a:ext cx="73152" cy="8686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3246120"/>
            <a:ext cx="548640" cy="292608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5840" y="3246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64592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645920" y="3538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EMQX Cloud MQTT broker (TLS port 8883). home/sensors/# and home/control/&lt;code&gt;.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7240" y="4059936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77240" y="4059936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5840" y="4224528"/>
            <a:ext cx="5486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5840" y="42245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645920" y="41788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645920" y="45171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Clean Architecture. REST, Socket.IO, APScheduler, MQTT listener → ORM → MySQL.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" y="5038344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7240" y="5038344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005840" y="5202936"/>
            <a:ext cx="5486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5840" y="52029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645920" y="51572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645920" y="54955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web SPA + Flutter mobile. Bearer-token auth, Socket.IO room isolation, real-time updates.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2920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System architecture (data + control flow)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HARDWARE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 &amp; Custom PCB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21396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cb_3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94560"/>
            <a:ext cx="2048256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069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3D Render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16936" y="2148840"/>
            <a:ext cx="21396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cb_layou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2656" y="2194560"/>
            <a:ext cx="2048256" cy="1828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2656" y="4069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Layout (Altium)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02352" y="2148840"/>
            <a:ext cx="252374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cb_prototyp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48072" y="2194560"/>
            <a:ext cx="2432304" cy="1828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8072" y="40690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LCD status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854696" y="2148840"/>
            <a:ext cx="3849624" cy="22402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coospo_h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37576" y="2286000"/>
            <a:ext cx="3483864" cy="10972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54696" y="34747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Coospo H6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854696" y="3749040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GATT 0x2A37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854696" y="3977640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bridge via Python (bleak)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77240" y="461772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960120" y="4754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960120" y="5303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ESP32-WROOM-32 with hardware AES/TLS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11880" y="461772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794760" y="4754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sensors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3794760" y="5303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· LDR · PIR · Coospo H6 · 2 relays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46520" y="461772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29400" y="4754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6629400" y="5303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local status display (SDA 21 / SCL 22)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281160" y="461772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9464040" y="4754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parts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9464040" y="5303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2-layer PCB · 24 component types · Altium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Wi-Fi and BLE cannot run concurrently on ESP32 → dedicated Python BLE bridge republishes BPM to MQTT.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Clean Architecture (5 Layers)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4023360" cy="4023360"/>
          </a:xfrm>
          <a:prstGeom prst="ellipse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63040" y="2651760"/>
            <a:ext cx="3291840" cy="329184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3017520"/>
            <a:ext cx="2560320" cy="2560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3383280"/>
            <a:ext cx="1828800" cy="18288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3749040"/>
            <a:ext cx="1097280" cy="109728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373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dependency rule: outer layers depend on inner abstractions.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73152" cy="777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148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(innermost)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entities, abstract port interfaces. Zero framework imports — pure Python.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73152" cy="77724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337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DeviceUseCase, AlertUseCase, SensorUseCase, AIUseCase, ReminderUseCase.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73152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2062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listener/publisher, Socket.IO emitter, email notifier (SMTP / Brevo).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70916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4709160"/>
            <a:ext cx="73152" cy="7772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074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— 16 tables (users, devices, rooms, sensor_data, alerts, health, reminders).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557784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0" y="5577840"/>
            <a:ext cx="73152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5623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59436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blueprints — auth, device, room, alert, patient, reminder, ai, map, admin APIs.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API SURFACE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 + MQTT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endpoints, real-time push, scheduled jobs, signed-token auth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657600" cy="4206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9601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auth — login, register, password reset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4074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device — control, telemetry, history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65429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rooms / map — floors, polygons, devices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9011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patient — profile, HRV, health records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514807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alerts — list, ACK, delete, severity filter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53949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reminders — medicine schedules, dispatch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6418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— Alfred chat, mood, advice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588873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admin — caregiver CRUD, role gating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31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103120"/>
            <a:ext cx="3657600" cy="7315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event rooms — pushed only to the authenticated user.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state changes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sensor_update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telemetry burst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20624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system alert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61772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4617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hr_alert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spike (Isolation Forest)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502920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ai_mood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mood/persona update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5440680"/>
            <a:ext cx="329184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ai_advice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contextual advice push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210312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366760" y="2103120"/>
            <a:ext cx="3383280" cy="7315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496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D49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496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bearer tokens (itsdangerous, 7-day lifetime). @auth_required decorator.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496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5496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req/day · login 10/min · register 5/min (Flask-Limiter).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49640" y="4526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4964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— automation rules, cron schedules, medicine reminders.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549640" y="5440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549640" y="5760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/api/docs (OpenAPI 3.0).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WEB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Vanilla JS Dashboard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6035040" cy="278892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web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03120"/>
            <a:ext cx="5943600" cy="269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— bio-metrics, live BPM chart, alerts feed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9808" y="5138928"/>
            <a:ext cx="1472184" cy="128016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web_heal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5166360"/>
            <a:ext cx="1417320" cy="1005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6190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231136" y="5138928"/>
            <a:ext cx="1472184" cy="128016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web_alert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58568" y="5166360"/>
            <a:ext cx="1417320" cy="10058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8568" y="6190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12464" y="5138928"/>
            <a:ext cx="1472184" cy="128016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web_room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39896" y="5166360"/>
            <a:ext cx="1417320" cy="10058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39896" y="6190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193792" y="5138928"/>
            <a:ext cx="1472184" cy="128016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web_comman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21224" y="5166360"/>
            <a:ext cx="1417320" cy="10058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21224" y="6190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7040880" y="2103120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7178040" y="2267712"/>
            <a:ext cx="457200" cy="4572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71780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777240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772400" y="2487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time-series with risk colors. HRV — RMSSD, SDNN, pNN50.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040880" y="2953512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178040" y="3118104"/>
            <a:ext cx="457200" cy="4572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1780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7772400" y="3026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772400" y="3337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filters, per-alert ACK/delete, bulk-clear. CSV export.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040880" y="3803904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7178040" y="3968496"/>
            <a:ext cx="457200" cy="4572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1780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7772400" y="3877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Configuration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772400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draw tool, floor tabs, drag-drop device assignment.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040880" y="4654296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7178040" y="4818888"/>
            <a:ext cx="457200" cy="4572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17804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7772400" y="4727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Command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772400" y="5038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toggle controls, last-seen status, real-time state feedback.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040880" y="5504688"/>
            <a:ext cx="466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7178040" y="5669280"/>
            <a:ext cx="457200" cy="45720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717804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47" name="Text 40"/>
          <p:cNvSpPr/>
          <p:nvPr/>
        </p:nvSpPr>
        <p:spPr>
          <a:xfrm>
            <a:off x="7772400" y="5577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Staff (admin)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7772400" y="5888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CRUD, patient-caregiver linkage, role gating.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MOBILE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Cross-Platform App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auth flow and Socket.IO model as web — Android + 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2148840" cy="37490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mobile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2194560"/>
            <a:ext cx="2057400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94760" y="2148840"/>
            <a:ext cx="2148840" cy="37490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mobile_contro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0480" y="2194560"/>
            <a:ext cx="2057400" cy="3291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Control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148840"/>
            <a:ext cx="2148840" cy="37490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mobile_health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2194560"/>
            <a:ext cx="2057400" cy="32918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41080" y="2148840"/>
            <a:ext cx="2148840" cy="37490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obile_alfr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86800" y="2194560"/>
            <a:ext cx="2057400" cy="32918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9536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Chat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77240" y="585216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77240" y="5852160"/>
            <a:ext cx="73152" cy="6400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960120" y="5897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6172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speech_to_text — reduces typing for elderly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611880" y="585216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611880" y="5852160"/>
            <a:ext cx="73152" cy="6400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794760" y="5897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screen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794760" y="6172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Floor-plan polygons + device markers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446520" y="585216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446520" y="5852160"/>
            <a:ext cx="73152" cy="6400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29400" y="5897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 AI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629400" y="6172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Ollama LLM / Gemini fallback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281160" y="585216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9281160" y="5852160"/>
            <a:ext cx="73152" cy="6400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464040" y="5897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✓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464040" y="6172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+ tests + UI flows passed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AI SUBSYSTEM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— Hybrid AI Assistant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backend inference modes + a frontend overlay that compares them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2606040" cy="411480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mobile_alfr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94560"/>
            <a:ext cx="2514600" cy="4023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66160" y="2194560"/>
            <a:ext cx="2331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2194560"/>
            <a:ext cx="23317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03320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0332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 ms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03320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mode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03320" y="3291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engine for device toggles. Deterministic and offline-safe.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2194560"/>
            <a:ext cx="2331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35040" y="2194560"/>
            <a:ext cx="2331720" cy="7315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72200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(DEFAULT)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7220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– 4 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qwen2.5:3b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72200" y="3291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with full context. No cloud, full privacy.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566160" y="4114800"/>
            <a:ext cx="2331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566160" y="4114800"/>
            <a:ext cx="2331720" cy="7315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703320" y="42793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703320" y="4800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703320" y="5212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for complex queries. Auto-fallback to Ollama on error.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4114800"/>
            <a:ext cx="2331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035040" y="4114800"/>
            <a:ext cx="23317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72200" y="42793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72200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72200" y="48006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172200" y="5212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all three sequentially, auto-selects the best reply.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503920" y="2194560"/>
            <a:ext cx="3291840" cy="393192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641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CONTEXT-ENRICHED PROMPT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641080" y="2834640"/>
            <a:ext cx="146304" cy="14630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8696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state (T/H/L/PIR)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641080" y="3246120"/>
            <a:ext cx="146304" cy="14630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8696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list &amp; current ON/OFF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641080" y="3657600"/>
            <a:ext cx="146304" cy="14630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8696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(name, conditions)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641080" y="4069080"/>
            <a:ext cx="146304" cy="14630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86968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instruction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641080" y="4480560"/>
            <a:ext cx="146304" cy="14630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86968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conversation memory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641080" y="5120640"/>
            <a:ext cx="3017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641080" y="5212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8641080" y="5532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addresses the user by their registered patient name. Voice input via Web Speech API and speech_to_text.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ML ANOMALY DETECTION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 Heart-Rate Stream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0" cy="173736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2,000-SAMPLE SYNTHETIC TEST 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3832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RISK LEVELS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26517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25512" y="246888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91272" y="26517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9127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25512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24544" y="246888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90304" y="265176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90304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24544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323576" y="246888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89336" y="265176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89336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23576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PIPELINE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434840"/>
            <a:ext cx="2011680" cy="6400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Coospo H6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0" y="4434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063240" y="4434840"/>
            <a:ext cx="2011680" cy="64008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6324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bridge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434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349240" y="4434840"/>
            <a:ext cx="20116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4924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4434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635240" y="4434840"/>
            <a:ext cx="2011680" cy="64008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3524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Socket.IO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01200" y="4434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9921240" y="4434840"/>
            <a:ext cx="2011680" cy="6400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92124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7240" y="54406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7240" y="5440680"/>
            <a:ext cx="73152" cy="100584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012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Pipeline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60120" y="5852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RMSSD, SDNN, pNN50 computed from continuous BPM stream. Detects chronic autonomic deterioration over time.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54406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5440680"/>
            <a:ext cx="73152" cy="10058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54880" y="5852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ms per sample · O(T log n) · 300 trees. Not a runtime bottleneck — runs in real time on commodity hardware.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366760" y="54406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66760" y="544068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4964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549640" y="5852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2,000-sample synthetic held-out test set. Single feature: heart rate (BPM). scikit-learn 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ML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Precision &amp; Recall Were Computed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synthetic train/test split to confusion matrix to the headline metrics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69494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ml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194560"/>
            <a:ext cx="6766560" cy="1874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Training &amp; evaluation pipeline (1700 train · 2000 test)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4526280"/>
            <a:ext cx="224942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7240" y="4526280"/>
            <a:ext cx="2249424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46634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983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normal-only samples. Isolation Forest is unsupervised — anomalies aren't shown during training.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81528" y="4526280"/>
            <a:ext cx="224942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081528" y="4526280"/>
            <a:ext cx="2249424" cy="5486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18688" y="46634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18688" y="4983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1,900 normal + 100 anomalous = 2,000 samples held out. Class imbalance ~5%.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85816" y="4526280"/>
            <a:ext cx="224942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85816" y="4526280"/>
            <a:ext cx="224942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22976" y="46634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22976" y="4983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at 5% imbalance. Recall captures missed anomalies; precision measures false-alarm rate.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818120" y="210312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31129" y="2194560"/>
            <a:ext cx="3505901" cy="21031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1812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2,000-SAMPLE TEST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818120" y="484632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818120" y="4846320"/>
            <a:ext cx="4572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818120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321040" y="48646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8321040" y="5138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→ anomaly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9793224" y="484632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9793224" y="4846320"/>
            <a:ext cx="4572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9793224" y="4846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0296144" y="48646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10296144" y="5138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anomaly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7818120" y="5449824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7818120" y="5449824"/>
            <a:ext cx="457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7818120" y="5449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321040" y="54681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321040" y="5742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→ normal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793224" y="5449824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9793224" y="5449824"/>
            <a:ext cx="457200" cy="54864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9793224" y="5449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0296144" y="54681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1,844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10296144" y="5742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normal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7818120" y="6080760"/>
            <a:ext cx="3931920" cy="27432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7909560" y="6080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</a:t>
            </a:r>
            <a:r>
              <a:rPr lang="en-US" sz="1100" dirty="0">
                <a:solidFill>
                  <a:srgbClr val="EA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 = 91 / 147 = </a:t>
            </a:r>
            <a:r>
              <a:rPr lang="en-US" sz="1200" b="1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7818120" y="6373368"/>
            <a:ext cx="3931920" cy="27432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7909560" y="6373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  = </a:t>
            </a:r>
            <a:r>
              <a:rPr lang="en-US" sz="1100" dirty="0">
                <a:solidFill>
                  <a:srgbClr val="EA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 = 91 / 100 = </a:t>
            </a: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ML INFERENCE LATENCY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Pipeline Latency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benchmark — perf_counter timer over N iterations · backend/tools/benchmark_latency.py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314654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benchmark_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03120"/>
            <a:ext cx="3055102" cy="3383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532120"/>
            <a:ext cx="305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Benchmark architecture (timer wraps production code)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52382" y="2103120"/>
            <a:ext cx="7551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LATENCIES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52382" y="2468880"/>
            <a:ext cx="370738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52382" y="2468880"/>
            <a:ext cx="640080" cy="132588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52382" y="24688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929622" y="2560320"/>
            <a:ext cx="2838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29622" y="2834640"/>
            <a:ext cx="28387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µs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929622" y="3520440"/>
            <a:ext cx="2838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bpm ≥ 130 / ≤ 40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996931" y="2468880"/>
            <a:ext cx="370738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996931" y="2468880"/>
            <a:ext cx="640080" cy="132588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96931" y="24688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774171" y="2560320"/>
            <a:ext cx="2838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computation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74171" y="2834640"/>
            <a:ext cx="28387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8774171" y="3520440"/>
            <a:ext cx="2838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RMSSD · SDNN · pNN50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152382" y="3931920"/>
            <a:ext cx="370738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152382" y="3931920"/>
            <a:ext cx="640080" cy="1325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152382" y="393192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929622" y="4023360"/>
            <a:ext cx="2838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29622" y="4297680"/>
            <a:ext cx="28387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4929622" y="4983480"/>
            <a:ext cx="2838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+ anomaly + mood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996931" y="3931920"/>
            <a:ext cx="370738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996931" y="3931920"/>
            <a:ext cx="64008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996931" y="393192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8774171" y="4023360"/>
            <a:ext cx="2838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774171" y="4297680"/>
            <a:ext cx="28387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8774171" y="4983480"/>
            <a:ext cx="2838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+ T2 + T3 end-to-end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52382" y="5440680"/>
            <a:ext cx="7551938" cy="50292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152382" y="5440680"/>
            <a:ext cx="91440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335262" y="5440680"/>
            <a:ext cx="7277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Numpy-optimized path:  </a:t>
            </a: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drops to </a:t>
            </a:r>
            <a:r>
              <a:rPr lang="en-US" sz="12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39.01 ms</a:t>
            </a:r>
            <a:r>
              <a:rPr lang="en-US" sz="1000" i="1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(–4 %)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77240" y="5989320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14400" y="5989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148840" y="5989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LLM (Ollama qwen2.5:3b)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343400" y="5989320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480560" y="5989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ms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715000" y="5989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Rule mode (pattern match)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909560" y="5989320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046720" y="5989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~17,000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9281160" y="5989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rows/day per node (5 s bundle)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 — April 2026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passed repository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103120"/>
            <a:ext cx="5440680" cy="7315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0" y="22677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2697480"/>
            <a:ext cx="36576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651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&amp; deployed to physical ESP32-WROOM-32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2990088"/>
            <a:ext cx="36576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relays (light/fan) verified web + mobile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282696"/>
            <a:ext cx="36576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32369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confirmed in DB in real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3575304"/>
            <a:ext cx="36576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5295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LCD boot status, Wi-Fi/MQTT, relay state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1031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55080" y="2103120"/>
            <a:ext cx="5440680" cy="7315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155680" y="22677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1556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0" y="2697480"/>
            <a:ext cx="36576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0840" y="2651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critical modules — 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2990088"/>
            <a:ext cx="36576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0840" y="2944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bearer-token auth — PASS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282696"/>
            <a:ext cx="36576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20840" y="32369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configuration — PASS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3575304"/>
            <a:ext cx="36576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0840" y="35295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scoping (device/history) — 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41605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" y="4160520"/>
            <a:ext cx="5440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05840" y="4297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577840" y="43251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7784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05840" y="4754880"/>
            <a:ext cx="36576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43000" y="4709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production build — PASS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05840" y="5047488"/>
            <a:ext cx="36576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43000" y="5001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room-join + HRV endpoints — PASS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" y="5340096"/>
            <a:ext cx="36576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43000" y="52943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ACK/delete + admin role gating — PASS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5840" y="5632704"/>
            <a:ext cx="36576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43000" y="55869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device-position stability — PASS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41605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55080" y="4160520"/>
            <a:ext cx="5440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83680" y="4297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155680" y="43251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1556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83680" y="4754880"/>
            <a:ext cx="365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20840" y="4709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(Flutter analyze) — PASS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83680" y="5047488"/>
            <a:ext cx="365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20840" y="5001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— PASS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83680" y="5340096"/>
            <a:ext cx="365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20840" y="52943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patient-name greeting — PASS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83680" y="5632704"/>
            <a:ext cx="365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20840" y="55869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UI flows + API integration — verified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7240" y="6126480"/>
            <a:ext cx="10972800" cy="50292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14400" y="6126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  </a:t>
            </a:r>
            <a:r>
              <a:rPr lang="en-US" sz="14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recall · 62% precision  </a:t>
            </a:r>
            <a:r>
              <a:rPr lang="en-US" sz="1200" i="1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2,000-sample synthetic test set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594360" cy="594360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bearer tokens (itsdangerous, 7-day lifetime). @auth_required on all protected endpoints.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2377440"/>
            <a:ext cx="594360" cy="59436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321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salted hashes. Plaintext never stored or logged anywhere.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66760" y="21031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0" y="23774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268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500/day, 100/hr. Login 10/min · 50/hr. Register 5/min.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9319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42062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3736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with parameterised queries. No raw SQL string concatenation anywhere.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42062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3212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Security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0060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EMQX TLS port 8883, per-topic ACL, credentials in local secrets header.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66760" y="393192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595360" y="420624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953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3268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59536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origins whitelist — all other origins return 403 on preflight.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" y="5852160"/>
            <a:ext cx="10972800" cy="6400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77240" y="5852160"/>
            <a:ext cx="10972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840" y="5852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GAP:  </a:t>
            </a:r>
            <a:r>
              <a:rPr lang="en-US" sz="12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served over HTTP in thesis LAN. </a:t>
            </a:r>
            <a:r>
              <a:rPr lang="en-US" sz="1100" i="1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Nginx + Let's Encrypt is required before production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does and does not yet establish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ML data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7157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Forest's 91%/62% recall/precision describes synthetic distribution. Not validated on real patient records.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24028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224028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27157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accelerometer integration is not in the current scope.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7033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70332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28800" y="3813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LAN prototype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4178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served over HTTP — bearer tokens unprotected on untrusted networks. TLS hardening deferred.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7033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370332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452360" y="3813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testing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4178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ESP32 node tested — multi-room, multi-node scalability not measured.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51663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" y="516636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16636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828800" y="5276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usability study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28800" y="56418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observations only — no task-completion metrics or elderly participant sample.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1663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5166360"/>
            <a:ext cx="914400" cy="13258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516636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7452360" y="5276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Prototype-level auth flows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52360" y="56418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cancel and password reset are prototype-level. One-time tokens, session revocation, audit trails needed before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FUTURE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This Thesis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73152" cy="118872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production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560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Let's Encrypt; Docker Compose already provided.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44568" y="210312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44568" y="2103120"/>
            <a:ext cx="73152" cy="11887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30568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7448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27448" y="2560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accelerometer + Random Forest classifier.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11896" y="210312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11896" y="210312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97896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94776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2560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geriatric clinic to retrain Isolation Forest.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401568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401568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63240" y="3493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0120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858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for medicine reminders.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3401568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44568" y="3401568"/>
            <a:ext cx="73152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30568" y="3493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27448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ESP32-side timing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27448" y="3858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Firmware-level timestamps for sensor → MQTT publish latency. Backend-side pipeline already measured.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11896" y="3401568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11896" y="3401568"/>
            <a:ext cx="73152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97896" y="3493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94776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94776" y="3858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Task-completion rate with elderly users + caregivers.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" y="4700016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77240" y="4700016"/>
            <a:ext cx="73152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063240" y="4791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60120" y="4791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0120" y="51572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Per-household data isolation, multi-resident caregiver dashboard.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44568" y="4700016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44568" y="4700016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30568" y="4791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27448" y="4791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occupancy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27448" y="51572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TensorFlow Lite for person detection.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311896" y="4700016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311896" y="4700016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597896" y="4791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94776" y="4791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hardening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94776" y="51572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reset tokens, session revocation,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  ·  ITITIU21213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" cy="5029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Delivered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3703320" cy="20116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703320" cy="9144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reliability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IoT system (ESP32, MQTT, Flask) reliably monitors environmental and physiological signals — firmware and backend validated in lab.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2103120"/>
            <a:ext cx="3703320" cy="20116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90288" y="2103120"/>
            <a:ext cx="3703320" cy="914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 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2697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small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31089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achieves 91% recall, 62% precision on synthetic test set. Clinical validation on real data is required before deployment.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03336" y="2103120"/>
            <a:ext cx="3703320" cy="201168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03336" y="2103120"/>
            <a:ext cx="3703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31936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 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31936" y="2697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as UX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1936" y="31089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(Ollama qwen2.5:3b + Gemini fallback) provides a practical LLM interface. Voice input reduces barrier for elderly users.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TECHNICAL LAYERS DELIVERED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8463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5006340"/>
            <a:ext cx="320040" cy="3200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50063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PCB (Altium, 41 parts)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48463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5006340"/>
            <a:ext cx="320040" cy="3200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54680" y="50063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Clean Architecture backend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48463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94960" y="5006340"/>
            <a:ext cx="320040" cy="3200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94960" y="50063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0644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pipeline (Isolation Forest)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48463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35240" y="5006340"/>
            <a:ext cx="320040" cy="3200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35240" y="50063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web 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38360" y="48463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875520" y="5006340"/>
            <a:ext cx="320040" cy="3200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75520" y="50063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8700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760720"/>
            <a:ext cx="10972800" cy="777240"/>
          </a:xfrm>
          <a:prstGeom prst="rect">
            <a:avLst/>
          </a:prstGeom>
          <a:solidFill>
            <a:srgbClr val="0F1F36"/>
          </a:solidFill>
          <a:ln w="12700">
            <a:solidFill>
              <a:srgbClr val="0F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584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OUTSTANDING TASK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firmware-side timing + real patient data collection — both required to move from validated prototype to clinically deployable system.  Backend pipeline latency already benchmarked (T4 = 40.8 ms).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22860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28600"/>
            <a:ext cx="228600" cy="7315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0" y="6629400"/>
            <a:ext cx="731520" cy="2286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932920" y="5897880"/>
            <a:ext cx="228600" cy="73152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201168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200" dirty="0">
                <a:solidFill>
                  <a:srgbClr val="0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  ·  FEEDBACK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4206240"/>
            <a:ext cx="1828800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Dinh Huy  ·  ITITIU21213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51206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Le Duy Tan, Ph.D.  ·  International University — VNU-HCM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5532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2579</Words>
  <Application>Microsoft Office PowerPoint</Application>
  <PresentationFormat>Widescreen</PresentationFormat>
  <Paragraphs>518</Paragraphs>
  <Slides>20</Slides>
  <Notes>20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Home System for Elderly Care</dc:title>
  <dc:subject>PptxGenJS Presentation</dc:subject>
  <dc:creator>Tu Dinh Huy</dc:creator>
  <cp:lastModifiedBy>Huy Từ</cp:lastModifiedBy>
  <cp:revision>3</cp:revision>
  <dcterms:created xsi:type="dcterms:W3CDTF">2026-05-10T05:30:12Z</dcterms:created>
  <dcterms:modified xsi:type="dcterms:W3CDTF">2026-05-12T02:32:42Z</dcterms:modified>
</cp:coreProperties>
</file>